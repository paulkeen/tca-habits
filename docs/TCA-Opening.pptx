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7" r:id="rId3"/>
    <p:sldId id="268" r:id="rId4"/>
    <p:sldId id="260" r:id="rId5"/>
    <p:sldId id="257" r:id="rId6"/>
    <p:sldId id="258" r:id="rId7"/>
    <p:sldId id="259" r:id="rId8"/>
    <p:sldId id="261" r:id="rId9"/>
    <p:sldId id="262" r:id="rId10"/>
    <p:sldId id="263" r:id="rId11"/>
    <p:sldId id="264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85"/>
    <p:restoredTop sz="94672"/>
  </p:normalViewPr>
  <p:slideViewPr>
    <p:cSldViewPr snapToGrid="0" snapToObjects="1">
      <p:cViewPr varScale="1">
        <p:scale>
          <a:sx n="338" d="100"/>
          <a:sy n="338" d="100"/>
        </p:scale>
        <p:origin x="46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4.png"/><Relationship Id="rId4" Type="http://schemas.openxmlformats.org/officeDocument/2006/relationships/image" Target="../media/image7.jpe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4.png"/><Relationship Id="rId4" Type="http://schemas.openxmlformats.org/officeDocument/2006/relationships/image" Target="../media/image7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12D68B-958A-334D-96D5-FE930E03AF8F}" type="doc">
      <dgm:prSet loTypeId="urn:microsoft.com/office/officeart/2024/layout/MeetTheTeam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6D025309-62C0-B245-8288-EDA0E2E2D05E}">
      <dgm:prSet phldrT="Name">
        <dgm:extLst>
          <a:ext uri="{C7F2D5A4-9E3B-4C8F-A7D2-1F8E9B6C4A30}">
            <msodIdLoc:phldrLoc xmlns:msodIdLoc="http://schemas.microsoft.com/office/drawing/2026/04/diagram/placeholderloc" id="msoidsIgxPlaceholderName"/>
          </a:ext>
        </dgm:extLst>
      </dgm:prSet>
      <dgm:spPr/>
      <dgm:t>
        <a:bodyPr/>
        <a:lstStyle/>
        <a:p>
          <a:pPr>
            <a:defRPr b="1"/>
          </a:pPr>
          <a:r>
            <a:rPr lang="en-GB" dirty="0"/>
            <a:t>Adair Robins</a:t>
          </a:r>
        </a:p>
      </dgm:t>
    </dgm:pt>
    <dgm:pt modelId="{EB4FB280-B517-534D-827C-DC2ED99CC52F}" type="parTrans" cxnId="{3796E545-BDD0-334E-BE74-56C1FE91BC72}">
      <dgm:prSet/>
      <dgm:spPr/>
      <dgm:t>
        <a:bodyPr/>
        <a:lstStyle/>
        <a:p>
          <a:endParaRPr lang="en-GB"/>
        </a:p>
      </dgm:t>
    </dgm:pt>
    <dgm:pt modelId="{13050DFA-96A8-C54E-9A08-93EF4A17992E}" type="sibTrans" cxnId="{3796E545-BDD0-334E-BE74-56C1FE91BC72}">
      <dgm:prSet/>
      <dgm:spPr/>
      <dgm:t>
        <a:bodyPr/>
        <a:lstStyle/>
        <a:p>
          <a:endParaRPr lang="en-GB"/>
        </a:p>
      </dgm:t>
    </dgm:pt>
    <dgm:pt modelId="{F1695C5C-D70C-6845-A67B-4C4AA8FF0D14}">
      <dgm:prSet phldrT="Role">
        <dgm:extLst>
          <a:ext uri="{C7F2D5A4-9E3B-4C8F-A7D2-1F8E9B6C4A30}">
            <msodIdLoc:phldrLoc xmlns:msodIdLoc="http://schemas.microsoft.com/office/drawing/2026/04/diagram/placeholderloc" id="msoidsIgxPlaceholderRole"/>
          </a:ext>
        </dgm:extLst>
      </dgm:prSet>
      <dgm:spPr/>
      <dgm:t>
        <a:bodyPr/>
        <a:lstStyle/>
        <a:p>
          <a:r>
            <a:rPr lang="en-GB" dirty="0"/>
            <a:t>Tech Council Australia</a:t>
          </a:r>
        </a:p>
      </dgm:t>
    </dgm:pt>
    <dgm:pt modelId="{6100D918-FCC7-514B-A476-85A1EB173F92}" type="parTrans" cxnId="{809DA1E1-B8B0-E94C-829E-69BDEE2315AA}">
      <dgm:prSet/>
      <dgm:spPr/>
      <dgm:t>
        <a:bodyPr/>
        <a:lstStyle/>
        <a:p>
          <a:endParaRPr lang="en-GB"/>
        </a:p>
      </dgm:t>
    </dgm:pt>
    <dgm:pt modelId="{1A3A6041-201B-6E4B-A51D-C5FA411808D7}" type="sibTrans" cxnId="{809DA1E1-B8B0-E94C-829E-69BDEE2315AA}">
      <dgm:prSet/>
      <dgm:spPr/>
      <dgm:t>
        <a:bodyPr/>
        <a:lstStyle/>
        <a:p>
          <a:endParaRPr lang="en-GB"/>
        </a:p>
      </dgm:t>
    </dgm:pt>
    <dgm:pt modelId="{1E625335-15E0-4E49-998F-FA2EF7DF3BAA}">
      <dgm:prSet phldrT="Name">
        <dgm:extLst>
          <a:ext uri="{C7F2D5A4-9E3B-4C8F-A7D2-1F8E9B6C4A30}">
            <msodIdLoc:phldrLoc xmlns:msodIdLoc="http://schemas.microsoft.com/office/drawing/2026/04/diagram/placeholderloc" id="msoidsIgxPlaceholderName"/>
          </a:ext>
        </dgm:extLst>
      </dgm:prSet>
      <dgm:spPr/>
      <dgm:t>
        <a:bodyPr/>
        <a:lstStyle/>
        <a:p>
          <a:pPr>
            <a:defRPr b="1"/>
          </a:pPr>
          <a:r>
            <a:rPr lang="en-GB" dirty="0"/>
            <a:t>Jade Loyzaga</a:t>
          </a:r>
        </a:p>
      </dgm:t>
    </dgm:pt>
    <dgm:pt modelId="{8BD08FA7-97BA-6A4B-98DC-397262DC6B2D}" type="parTrans" cxnId="{70D296E2-4183-6B4D-9207-889734727E1C}">
      <dgm:prSet/>
      <dgm:spPr/>
      <dgm:t>
        <a:bodyPr/>
        <a:lstStyle/>
        <a:p>
          <a:endParaRPr lang="en-GB"/>
        </a:p>
      </dgm:t>
    </dgm:pt>
    <dgm:pt modelId="{C930A90D-3D0C-284F-95D6-1EE138E6DC29}" type="sibTrans" cxnId="{70D296E2-4183-6B4D-9207-889734727E1C}">
      <dgm:prSet/>
      <dgm:spPr/>
      <dgm:t>
        <a:bodyPr/>
        <a:lstStyle/>
        <a:p>
          <a:endParaRPr lang="en-GB"/>
        </a:p>
      </dgm:t>
    </dgm:pt>
    <dgm:pt modelId="{DD079FCE-2AE8-3243-A39C-4A4AF99A819A}">
      <dgm:prSet phldrT="Role">
        <dgm:extLst>
          <a:ext uri="{C7F2D5A4-9E3B-4C8F-A7D2-1F8E9B6C4A30}">
            <msodIdLoc:phldrLoc xmlns:msodIdLoc="http://schemas.microsoft.com/office/drawing/2026/04/diagram/placeholderloc" id="msoidsIgxPlaceholderRole"/>
          </a:ext>
        </dgm:extLst>
      </dgm:prSet>
      <dgm:spPr/>
      <dgm:t>
        <a:bodyPr/>
        <a:lstStyle/>
        <a:p>
          <a:r>
            <a:rPr lang="en-GB" dirty="0"/>
            <a:t>Canva</a:t>
          </a:r>
        </a:p>
      </dgm:t>
    </dgm:pt>
    <dgm:pt modelId="{79A5EF65-D5D8-2B48-BE56-E8BFCB5B4812}" type="parTrans" cxnId="{B37C1CC7-6289-7F4E-A648-05FC6D5C7B50}">
      <dgm:prSet/>
      <dgm:spPr/>
      <dgm:t>
        <a:bodyPr/>
        <a:lstStyle/>
        <a:p>
          <a:endParaRPr lang="en-GB"/>
        </a:p>
      </dgm:t>
    </dgm:pt>
    <dgm:pt modelId="{FEAE76E7-A0F2-D847-BC7B-74E4A789E574}" type="sibTrans" cxnId="{B37C1CC7-6289-7F4E-A648-05FC6D5C7B50}">
      <dgm:prSet/>
      <dgm:spPr/>
      <dgm:t>
        <a:bodyPr/>
        <a:lstStyle/>
        <a:p>
          <a:endParaRPr lang="en-GB"/>
        </a:p>
      </dgm:t>
    </dgm:pt>
    <dgm:pt modelId="{0EF43A98-E0FA-1B4B-BCB8-994A6F9CC512}">
      <dgm:prSet phldrT="Name">
        <dgm:extLst>
          <a:ext uri="{C7F2D5A4-9E3B-4C8F-A7D2-1F8E9B6C4A30}">
            <msodIdLoc:phldrLoc xmlns:msodIdLoc="http://schemas.microsoft.com/office/drawing/2026/04/diagram/placeholderloc" id="msoidsIgxPlaceholderName"/>
          </a:ext>
        </dgm:extLst>
      </dgm:prSet>
      <dgm:spPr/>
      <dgm:t>
        <a:bodyPr/>
        <a:lstStyle/>
        <a:p>
          <a:pPr>
            <a:defRPr b="1"/>
          </a:pPr>
          <a:r>
            <a:rPr lang="en-GB" dirty="0"/>
            <a:t>Paul Keen</a:t>
          </a:r>
        </a:p>
      </dgm:t>
    </dgm:pt>
    <dgm:pt modelId="{805352B8-785C-8043-868B-20DC6DF38F69}" type="parTrans" cxnId="{425FEAF0-F153-4948-9E6A-6043365998B1}">
      <dgm:prSet/>
      <dgm:spPr/>
      <dgm:t>
        <a:bodyPr/>
        <a:lstStyle/>
        <a:p>
          <a:endParaRPr lang="en-GB"/>
        </a:p>
      </dgm:t>
    </dgm:pt>
    <dgm:pt modelId="{4BB0D2CC-8A9B-1841-9F95-BAA63ACB1939}" type="sibTrans" cxnId="{425FEAF0-F153-4948-9E6A-6043365998B1}">
      <dgm:prSet/>
      <dgm:spPr/>
      <dgm:t>
        <a:bodyPr/>
        <a:lstStyle/>
        <a:p>
          <a:endParaRPr lang="en-GB"/>
        </a:p>
      </dgm:t>
    </dgm:pt>
    <dgm:pt modelId="{DA2FE48F-A908-1749-AD09-C3F234C3D5E5}">
      <dgm:prSet phldrT="Role">
        <dgm:extLst>
          <a:ext uri="{C7F2D5A4-9E3B-4C8F-A7D2-1F8E9B6C4A30}">
            <msodIdLoc:phldrLoc xmlns:msodIdLoc="http://schemas.microsoft.com/office/drawing/2026/04/diagram/placeholderloc" id="msoidsIgxPlaceholderRole"/>
          </a:ext>
        </dgm:extLst>
      </dgm:prSet>
      <dgm:spPr/>
      <dgm:t>
        <a:bodyPr/>
        <a:lstStyle/>
        <a:p>
          <a:r>
            <a:rPr lang="en-GB" dirty="0"/>
            <a:t>Culture Amp</a:t>
          </a:r>
        </a:p>
      </dgm:t>
    </dgm:pt>
    <dgm:pt modelId="{77038DE6-CE97-6C4B-86D6-3351FF99874A}" type="parTrans" cxnId="{D868C7FA-66D5-D54D-AACC-39A89846C016}">
      <dgm:prSet/>
      <dgm:spPr/>
      <dgm:t>
        <a:bodyPr/>
        <a:lstStyle/>
        <a:p>
          <a:endParaRPr lang="en-GB"/>
        </a:p>
      </dgm:t>
    </dgm:pt>
    <dgm:pt modelId="{CBF7065D-2220-374A-A185-0E2202E86B1B}" type="sibTrans" cxnId="{D868C7FA-66D5-D54D-AACC-39A89846C016}">
      <dgm:prSet/>
      <dgm:spPr/>
      <dgm:t>
        <a:bodyPr/>
        <a:lstStyle/>
        <a:p>
          <a:endParaRPr lang="en-GB"/>
        </a:p>
      </dgm:t>
    </dgm:pt>
    <dgm:pt modelId="{03718E08-4DB1-4D4F-9363-D8752392CE30}">
      <dgm:prSet phldrT="Name">
        <dgm:extLst>
          <a:ext uri="{C7F2D5A4-9E3B-4C8F-A7D2-1F8E9B6C4A30}">
            <msodIdLoc:phldrLoc xmlns:msodIdLoc="http://schemas.microsoft.com/office/drawing/2026/04/diagram/placeholderloc" id="msoidsIgxPlaceholderName"/>
          </a:ext>
        </dgm:extLst>
      </dgm:prSet>
      <dgm:spPr/>
      <dgm:t>
        <a:bodyPr/>
        <a:lstStyle/>
        <a:p>
          <a:pPr>
            <a:defRPr b="1"/>
          </a:pPr>
          <a:r>
            <a:rPr lang="en-GB" dirty="0"/>
            <a:t>Joris Dries</a:t>
          </a:r>
        </a:p>
      </dgm:t>
    </dgm:pt>
    <dgm:pt modelId="{E5F156CF-23D5-984F-BEF8-FE8F839FA8B0}" type="parTrans" cxnId="{25383F99-9F33-2442-B554-E245CD894C07}">
      <dgm:prSet/>
      <dgm:spPr/>
      <dgm:t>
        <a:bodyPr/>
        <a:lstStyle/>
        <a:p>
          <a:endParaRPr lang="en-GB"/>
        </a:p>
      </dgm:t>
    </dgm:pt>
    <dgm:pt modelId="{F2D4A29D-672A-464E-A7CA-41C9D5F2016D}" type="sibTrans" cxnId="{25383F99-9F33-2442-B554-E245CD894C07}">
      <dgm:prSet/>
      <dgm:spPr/>
      <dgm:t>
        <a:bodyPr/>
        <a:lstStyle/>
        <a:p>
          <a:endParaRPr lang="en-GB"/>
        </a:p>
      </dgm:t>
    </dgm:pt>
    <dgm:pt modelId="{FB642850-9FB0-E04E-983B-765EE8E7E854}">
      <dgm:prSet phldrT="Role">
        <dgm:extLst>
          <a:ext uri="{C7F2D5A4-9E3B-4C8F-A7D2-1F8E9B6C4A30}">
            <msodIdLoc:phldrLoc xmlns:msodIdLoc="http://schemas.microsoft.com/office/drawing/2026/04/diagram/placeholderloc" id="msoidsIgxPlaceholderRole"/>
          </a:ext>
        </dgm:extLst>
      </dgm:prSet>
      <dgm:spPr/>
      <dgm:t>
        <a:bodyPr/>
        <a:lstStyle/>
        <a:p>
          <a:r>
            <a:rPr lang="en-GB" dirty="0"/>
            <a:t>Resonate CX</a:t>
          </a:r>
        </a:p>
      </dgm:t>
    </dgm:pt>
    <dgm:pt modelId="{15DC7290-627E-5E45-8FAD-A681AAE324A8}" type="parTrans" cxnId="{E01899C1-0D75-1347-B896-4C2E60978D2E}">
      <dgm:prSet/>
      <dgm:spPr/>
      <dgm:t>
        <a:bodyPr/>
        <a:lstStyle/>
        <a:p>
          <a:endParaRPr lang="en-GB"/>
        </a:p>
      </dgm:t>
    </dgm:pt>
    <dgm:pt modelId="{FD32DE12-5468-F243-8797-99E088B50181}" type="sibTrans" cxnId="{E01899C1-0D75-1347-B896-4C2E60978D2E}">
      <dgm:prSet/>
      <dgm:spPr/>
      <dgm:t>
        <a:bodyPr/>
        <a:lstStyle/>
        <a:p>
          <a:endParaRPr lang="en-GB"/>
        </a:p>
      </dgm:t>
    </dgm:pt>
    <dgm:pt modelId="{BFC6E888-509A-FF47-9CD3-D88A109D9774}" type="pres">
      <dgm:prSet presAssocID="{8A12D68B-958A-334D-96D5-FE930E03AF8F}" presName="root" presStyleCnt="0">
        <dgm:presLayoutVars>
          <dgm:dir/>
          <dgm:resizeHandles val="exact"/>
        </dgm:presLayoutVars>
      </dgm:prSet>
      <dgm:spPr/>
    </dgm:pt>
    <dgm:pt modelId="{EF3A4634-2181-9544-A4F3-4A2765EF40D6}" type="pres">
      <dgm:prSet presAssocID="{6D025309-62C0-B245-8288-EDA0E2E2D05E}" presName="compNode" presStyleCnt="0"/>
      <dgm:spPr/>
    </dgm:pt>
    <dgm:pt modelId="{EE3D2DAF-7AF2-DD4E-86BD-1B41C4FE61A6}" type="pres">
      <dgm:prSet presAssocID="{6D025309-62C0-B245-8288-EDA0E2E2D05E}" presName="photoCircle" presStyleLbl="fgImgPlace1" presStyleIdx="0" presStyleCnt="4"/>
      <dgm:spPr>
        <a:blipFill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F3ECDDFB-82C0-BE44-85E8-36D4E2B2FDF0}" type="pres">
      <dgm:prSet presAssocID="{6D025309-62C0-B245-8288-EDA0E2E2D05E}" presName="spacer" presStyleCnt="0"/>
      <dgm:spPr/>
    </dgm:pt>
    <dgm:pt modelId="{03014DC9-D0AE-B14C-84B8-E9E324B298FB}" type="pres">
      <dgm:prSet presAssocID="{6D025309-62C0-B245-8288-EDA0E2E2D05E}" presName="nameText" presStyleLbl="revTx" presStyleIdx="0" presStyleCnt="8">
        <dgm:presLayoutVars>
          <dgm:chMax val="1"/>
          <dgm:chPref val="1"/>
        </dgm:presLayoutVars>
      </dgm:prSet>
      <dgm:spPr/>
    </dgm:pt>
    <dgm:pt modelId="{398329E6-4D5B-DC49-9283-5C1A4A0C4687}" type="pres">
      <dgm:prSet presAssocID="{6D025309-62C0-B245-8288-EDA0E2E2D05E}" presName="roleText" presStyleLbl="revTx" presStyleIdx="1" presStyleCnt="8">
        <dgm:presLayoutVars>
          <dgm:chMax val="0"/>
        </dgm:presLayoutVars>
      </dgm:prSet>
      <dgm:spPr/>
    </dgm:pt>
    <dgm:pt modelId="{DF0180FA-92F8-3D4B-B277-5E45D923572D}" type="pres">
      <dgm:prSet presAssocID="{13050DFA-96A8-C54E-9A08-93EF4A17992E}" presName="sibTrans" presStyleCnt="0"/>
      <dgm:spPr/>
    </dgm:pt>
    <dgm:pt modelId="{B3E3EF6C-FDD3-8144-BE67-CCD3D811BA40}" type="pres">
      <dgm:prSet presAssocID="{1E625335-15E0-4E49-998F-FA2EF7DF3BAA}" presName="compNode" presStyleCnt="0"/>
      <dgm:spPr/>
    </dgm:pt>
    <dgm:pt modelId="{118FCCF5-4AA6-7244-9485-085CC68FA17C}" type="pres">
      <dgm:prSet presAssocID="{1E625335-15E0-4E49-998F-FA2EF7DF3BAA}" presName="photoCircle" presStyleLbl="fgImgPlace1" presStyleIdx="1" presStyleCnt="4"/>
      <dgm:spPr>
        <a:blipFill>
          <a:blip xmlns:r="http://schemas.openxmlformats.org/officeDocument/2006/relationships" r:embed="rId2"/>
          <a:srcRect/>
          <a:stretch>
            <a:fillRect/>
          </a:stretch>
        </a:blipFill>
      </dgm:spPr>
    </dgm:pt>
    <dgm:pt modelId="{5B831728-407E-A047-B3E3-F8A28DDE54AD}" type="pres">
      <dgm:prSet presAssocID="{1E625335-15E0-4E49-998F-FA2EF7DF3BAA}" presName="spacer" presStyleCnt="0"/>
      <dgm:spPr/>
    </dgm:pt>
    <dgm:pt modelId="{098DC4A7-4C34-3F4B-A119-14DBE7D46546}" type="pres">
      <dgm:prSet presAssocID="{1E625335-15E0-4E49-998F-FA2EF7DF3BAA}" presName="nameText" presStyleLbl="revTx" presStyleIdx="2" presStyleCnt="8">
        <dgm:presLayoutVars>
          <dgm:chMax val="1"/>
          <dgm:chPref val="1"/>
        </dgm:presLayoutVars>
      </dgm:prSet>
      <dgm:spPr/>
    </dgm:pt>
    <dgm:pt modelId="{058A0958-2E51-A148-B74E-3CB7C2C30F95}" type="pres">
      <dgm:prSet presAssocID="{1E625335-15E0-4E49-998F-FA2EF7DF3BAA}" presName="roleText" presStyleLbl="revTx" presStyleIdx="3" presStyleCnt="8">
        <dgm:presLayoutVars>
          <dgm:chMax val="0"/>
        </dgm:presLayoutVars>
      </dgm:prSet>
      <dgm:spPr/>
    </dgm:pt>
    <dgm:pt modelId="{B0FB3A9A-FEE0-3D47-9DD6-3BBFED58191F}" type="pres">
      <dgm:prSet presAssocID="{C930A90D-3D0C-284F-95D6-1EE138E6DC29}" presName="sibTrans" presStyleCnt="0"/>
      <dgm:spPr/>
    </dgm:pt>
    <dgm:pt modelId="{7CBE45AC-D736-914A-A5CC-B1A7BC7FB803}" type="pres">
      <dgm:prSet presAssocID="{0EF43A98-E0FA-1B4B-BCB8-994A6F9CC512}" presName="compNode" presStyleCnt="0"/>
      <dgm:spPr/>
    </dgm:pt>
    <dgm:pt modelId="{9BDE1F2B-42C0-034A-988F-D0C43351E50C}" type="pres">
      <dgm:prSet presAssocID="{0EF43A98-E0FA-1B4B-BCB8-994A6F9CC512}" presName="photoCircle" presStyleLbl="fgImgPlace1" presStyleIdx="2" presStyleCnt="4"/>
      <dgm:spPr>
        <a:blipFill>
          <a:blip xmlns:r="http://schemas.openxmlformats.org/officeDocument/2006/relationships" r:embed="rId3"/>
          <a:srcRect/>
          <a:stretch>
            <a:fillRect/>
          </a:stretch>
        </a:blipFill>
      </dgm:spPr>
    </dgm:pt>
    <dgm:pt modelId="{019E83AA-4BA2-B543-9135-D81CCC8F4E32}" type="pres">
      <dgm:prSet presAssocID="{0EF43A98-E0FA-1B4B-BCB8-994A6F9CC512}" presName="spacer" presStyleCnt="0"/>
      <dgm:spPr/>
    </dgm:pt>
    <dgm:pt modelId="{1BC28CBB-B7CB-1E44-8C2E-1C54A4B7A701}" type="pres">
      <dgm:prSet presAssocID="{0EF43A98-E0FA-1B4B-BCB8-994A6F9CC512}" presName="nameText" presStyleLbl="revTx" presStyleIdx="4" presStyleCnt="8">
        <dgm:presLayoutVars>
          <dgm:chMax val="1"/>
          <dgm:chPref val="1"/>
        </dgm:presLayoutVars>
      </dgm:prSet>
      <dgm:spPr/>
    </dgm:pt>
    <dgm:pt modelId="{C92C9D12-B57D-C140-AD53-F33408760C66}" type="pres">
      <dgm:prSet presAssocID="{0EF43A98-E0FA-1B4B-BCB8-994A6F9CC512}" presName="roleText" presStyleLbl="revTx" presStyleIdx="5" presStyleCnt="8">
        <dgm:presLayoutVars>
          <dgm:chMax val="0"/>
        </dgm:presLayoutVars>
      </dgm:prSet>
      <dgm:spPr/>
    </dgm:pt>
    <dgm:pt modelId="{71B4F54E-31F1-3847-8A84-9DDC5AE269F2}" type="pres">
      <dgm:prSet presAssocID="{4BB0D2CC-8A9B-1841-9F95-BAA63ACB1939}" presName="sibTrans" presStyleCnt="0"/>
      <dgm:spPr/>
    </dgm:pt>
    <dgm:pt modelId="{57AAC3A9-B8D3-2C4C-AC5D-667014870E1B}" type="pres">
      <dgm:prSet presAssocID="{03718E08-4DB1-4D4F-9363-D8752392CE30}" presName="compNode" presStyleCnt="0"/>
      <dgm:spPr/>
    </dgm:pt>
    <dgm:pt modelId="{93AEF8AA-6935-0D49-A45D-D9ADEDB390EB}" type="pres">
      <dgm:prSet presAssocID="{03718E08-4DB1-4D4F-9363-D8752392CE30}" presName="photoCircle" presStyleLbl="fgImgPlace1" presStyleIdx="3" presStyleCnt="4"/>
      <dgm:spPr>
        <a:blipFill>
          <a:blip xmlns:r="http://schemas.openxmlformats.org/officeDocument/2006/relationships" r:embed="rId4"/>
          <a:srcRect/>
          <a:stretch>
            <a:fillRect/>
          </a:stretch>
        </a:blipFill>
      </dgm:spPr>
    </dgm:pt>
    <dgm:pt modelId="{992E2D55-0175-8C46-B8FC-D384A1800248}" type="pres">
      <dgm:prSet presAssocID="{03718E08-4DB1-4D4F-9363-D8752392CE30}" presName="spacer" presStyleCnt="0"/>
      <dgm:spPr/>
    </dgm:pt>
    <dgm:pt modelId="{F6957137-863B-1949-AB15-790219CFF326}" type="pres">
      <dgm:prSet presAssocID="{03718E08-4DB1-4D4F-9363-D8752392CE30}" presName="nameText" presStyleLbl="revTx" presStyleIdx="6" presStyleCnt="8">
        <dgm:presLayoutVars>
          <dgm:chMax val="1"/>
          <dgm:chPref val="1"/>
        </dgm:presLayoutVars>
      </dgm:prSet>
      <dgm:spPr/>
    </dgm:pt>
    <dgm:pt modelId="{DDD09763-9CDD-8848-B772-055452AF72EA}" type="pres">
      <dgm:prSet presAssocID="{03718E08-4DB1-4D4F-9363-D8752392CE30}" presName="roleText" presStyleLbl="revTx" presStyleIdx="7" presStyleCnt="8">
        <dgm:presLayoutVars>
          <dgm:chMax val="0"/>
        </dgm:presLayoutVars>
      </dgm:prSet>
      <dgm:spPr/>
    </dgm:pt>
  </dgm:ptLst>
  <dgm:cxnLst>
    <dgm:cxn modelId="{A080F105-89D8-5940-BC01-C8E2CE195566}" type="presOf" srcId="{0EF43A98-E0FA-1B4B-BCB8-994A6F9CC512}" destId="{1BC28CBB-B7CB-1E44-8C2E-1C54A4B7A701}" srcOrd="0" destOrd="0" presId="urn:microsoft.com/office/officeart/2024/layout/MeetTheTeam"/>
    <dgm:cxn modelId="{8785A519-02F3-4346-A10B-27DF703BF093}" type="presOf" srcId="{1E625335-15E0-4E49-998F-FA2EF7DF3BAA}" destId="{098DC4A7-4C34-3F4B-A119-14DBE7D46546}" srcOrd="0" destOrd="0" presId="urn:microsoft.com/office/officeart/2024/layout/MeetTheTeam"/>
    <dgm:cxn modelId="{0D292439-65C1-A540-A979-E5339C82E446}" type="presOf" srcId="{FB642850-9FB0-E04E-983B-765EE8E7E854}" destId="{DDD09763-9CDD-8848-B772-055452AF72EA}" srcOrd="0" destOrd="0" presId="urn:microsoft.com/office/officeart/2024/layout/MeetTheTeam"/>
    <dgm:cxn modelId="{E6547641-D282-8645-B31A-C48D1C983A3D}" type="presOf" srcId="{6D025309-62C0-B245-8288-EDA0E2E2D05E}" destId="{03014DC9-D0AE-B14C-84B8-E9E324B298FB}" srcOrd="0" destOrd="0" presId="urn:microsoft.com/office/officeart/2024/layout/MeetTheTeam"/>
    <dgm:cxn modelId="{3796E545-BDD0-334E-BE74-56C1FE91BC72}" srcId="{8A12D68B-958A-334D-96D5-FE930E03AF8F}" destId="{6D025309-62C0-B245-8288-EDA0E2E2D05E}" srcOrd="0" destOrd="0" parTransId="{EB4FB280-B517-534D-827C-DC2ED99CC52F}" sibTransId="{13050DFA-96A8-C54E-9A08-93EF4A17992E}"/>
    <dgm:cxn modelId="{F90A1051-56AA-8543-BA17-1BE1B27D1AAC}" type="presOf" srcId="{8A12D68B-958A-334D-96D5-FE930E03AF8F}" destId="{BFC6E888-509A-FF47-9CD3-D88A109D9774}" srcOrd="0" destOrd="0" presId="urn:microsoft.com/office/officeart/2024/layout/MeetTheTeam"/>
    <dgm:cxn modelId="{25383F99-9F33-2442-B554-E245CD894C07}" srcId="{8A12D68B-958A-334D-96D5-FE930E03AF8F}" destId="{03718E08-4DB1-4D4F-9363-D8752392CE30}" srcOrd="3" destOrd="0" parTransId="{E5F156CF-23D5-984F-BEF8-FE8F839FA8B0}" sibTransId="{F2D4A29D-672A-464E-A7CA-41C9D5F2016D}"/>
    <dgm:cxn modelId="{769D469F-73FC-7644-95AD-26F48EBCD6BE}" type="presOf" srcId="{03718E08-4DB1-4D4F-9363-D8752392CE30}" destId="{F6957137-863B-1949-AB15-790219CFF326}" srcOrd="0" destOrd="0" presId="urn:microsoft.com/office/officeart/2024/layout/MeetTheTeam"/>
    <dgm:cxn modelId="{89AABFA3-0A26-2940-A774-52E7947E8F44}" type="presOf" srcId="{DD079FCE-2AE8-3243-A39C-4A4AF99A819A}" destId="{058A0958-2E51-A148-B74E-3CB7C2C30F95}" srcOrd="0" destOrd="0" presId="urn:microsoft.com/office/officeart/2024/layout/MeetTheTeam"/>
    <dgm:cxn modelId="{E01899C1-0D75-1347-B896-4C2E60978D2E}" srcId="{03718E08-4DB1-4D4F-9363-D8752392CE30}" destId="{FB642850-9FB0-E04E-983B-765EE8E7E854}" srcOrd="0" destOrd="0" parTransId="{15DC7290-627E-5E45-8FAD-A681AAE324A8}" sibTransId="{FD32DE12-5468-F243-8797-99E088B50181}"/>
    <dgm:cxn modelId="{B37C1CC7-6289-7F4E-A648-05FC6D5C7B50}" srcId="{1E625335-15E0-4E49-998F-FA2EF7DF3BAA}" destId="{DD079FCE-2AE8-3243-A39C-4A4AF99A819A}" srcOrd="0" destOrd="0" parTransId="{79A5EF65-D5D8-2B48-BE56-E8BFCB5B4812}" sibTransId="{FEAE76E7-A0F2-D847-BC7B-74E4A789E574}"/>
    <dgm:cxn modelId="{CBD757DB-2036-9C46-9177-5DC18E03579E}" type="presOf" srcId="{F1695C5C-D70C-6845-A67B-4C4AA8FF0D14}" destId="{398329E6-4D5B-DC49-9283-5C1A4A0C4687}" srcOrd="0" destOrd="0" presId="urn:microsoft.com/office/officeart/2024/layout/MeetTheTeam"/>
    <dgm:cxn modelId="{809DA1E1-B8B0-E94C-829E-69BDEE2315AA}" srcId="{6D025309-62C0-B245-8288-EDA0E2E2D05E}" destId="{F1695C5C-D70C-6845-A67B-4C4AA8FF0D14}" srcOrd="0" destOrd="0" parTransId="{6100D918-FCC7-514B-A476-85A1EB173F92}" sibTransId="{1A3A6041-201B-6E4B-A51D-C5FA411808D7}"/>
    <dgm:cxn modelId="{70D296E2-4183-6B4D-9207-889734727E1C}" srcId="{8A12D68B-958A-334D-96D5-FE930E03AF8F}" destId="{1E625335-15E0-4E49-998F-FA2EF7DF3BAA}" srcOrd="1" destOrd="0" parTransId="{8BD08FA7-97BA-6A4B-98DC-397262DC6B2D}" sibTransId="{C930A90D-3D0C-284F-95D6-1EE138E6DC29}"/>
    <dgm:cxn modelId="{FE576DE7-93B9-FA4D-96F4-3A310340FD23}" type="presOf" srcId="{DA2FE48F-A908-1749-AD09-C3F234C3D5E5}" destId="{C92C9D12-B57D-C140-AD53-F33408760C66}" srcOrd="0" destOrd="0" presId="urn:microsoft.com/office/officeart/2024/layout/MeetTheTeam"/>
    <dgm:cxn modelId="{425FEAF0-F153-4948-9E6A-6043365998B1}" srcId="{8A12D68B-958A-334D-96D5-FE930E03AF8F}" destId="{0EF43A98-E0FA-1B4B-BCB8-994A6F9CC512}" srcOrd="2" destOrd="0" parTransId="{805352B8-785C-8043-868B-20DC6DF38F69}" sibTransId="{4BB0D2CC-8A9B-1841-9F95-BAA63ACB1939}"/>
    <dgm:cxn modelId="{D868C7FA-66D5-D54D-AACC-39A89846C016}" srcId="{0EF43A98-E0FA-1B4B-BCB8-994A6F9CC512}" destId="{DA2FE48F-A908-1749-AD09-C3F234C3D5E5}" srcOrd="0" destOrd="0" parTransId="{77038DE6-CE97-6C4B-86D6-3351FF99874A}" sibTransId="{CBF7065D-2220-374A-A185-0E2202E86B1B}"/>
    <dgm:cxn modelId="{FC4AFC75-A248-D944-B8AB-EAAB89F26A59}" type="presParOf" srcId="{BFC6E888-509A-FF47-9CD3-D88A109D9774}" destId="{EF3A4634-2181-9544-A4F3-4A2765EF40D6}" srcOrd="0" destOrd="0" presId="urn:microsoft.com/office/officeart/2024/layout/MeetTheTeam"/>
    <dgm:cxn modelId="{BB85D3B8-CB78-A74C-9AE7-3833C21D25D4}" type="presParOf" srcId="{EF3A4634-2181-9544-A4F3-4A2765EF40D6}" destId="{EE3D2DAF-7AF2-DD4E-86BD-1B41C4FE61A6}" srcOrd="0" destOrd="0" presId="urn:microsoft.com/office/officeart/2024/layout/MeetTheTeam"/>
    <dgm:cxn modelId="{BFAC5FBC-5680-AD4B-917E-08B73171143F}" type="presParOf" srcId="{EF3A4634-2181-9544-A4F3-4A2765EF40D6}" destId="{F3ECDDFB-82C0-BE44-85E8-36D4E2B2FDF0}" srcOrd="1" destOrd="0" presId="urn:microsoft.com/office/officeart/2024/layout/MeetTheTeam"/>
    <dgm:cxn modelId="{F70AE60E-5AA8-A64F-B09F-F31BA47EAD2E}" type="presParOf" srcId="{EF3A4634-2181-9544-A4F3-4A2765EF40D6}" destId="{03014DC9-D0AE-B14C-84B8-E9E324B298FB}" srcOrd="2" destOrd="0" presId="urn:microsoft.com/office/officeart/2024/layout/MeetTheTeam"/>
    <dgm:cxn modelId="{542683F9-DFF4-4749-B967-83D64E89F3C0}" type="presParOf" srcId="{EF3A4634-2181-9544-A4F3-4A2765EF40D6}" destId="{398329E6-4D5B-DC49-9283-5C1A4A0C4687}" srcOrd="3" destOrd="0" presId="urn:microsoft.com/office/officeart/2024/layout/MeetTheTeam"/>
    <dgm:cxn modelId="{96D686FA-B4F6-2341-BFC6-C4DC2FD676EF}" type="presParOf" srcId="{BFC6E888-509A-FF47-9CD3-D88A109D9774}" destId="{DF0180FA-92F8-3D4B-B277-5E45D923572D}" srcOrd="1" destOrd="0" presId="urn:microsoft.com/office/officeart/2024/layout/MeetTheTeam"/>
    <dgm:cxn modelId="{2341266D-2252-C547-A161-B8A1A96682C0}" type="presParOf" srcId="{BFC6E888-509A-FF47-9CD3-D88A109D9774}" destId="{B3E3EF6C-FDD3-8144-BE67-CCD3D811BA40}" srcOrd="2" destOrd="0" presId="urn:microsoft.com/office/officeart/2024/layout/MeetTheTeam"/>
    <dgm:cxn modelId="{6CEA011F-C57A-F64B-A410-9A5E4BF33DA7}" type="presParOf" srcId="{B3E3EF6C-FDD3-8144-BE67-CCD3D811BA40}" destId="{118FCCF5-4AA6-7244-9485-085CC68FA17C}" srcOrd="0" destOrd="0" presId="urn:microsoft.com/office/officeart/2024/layout/MeetTheTeam"/>
    <dgm:cxn modelId="{76496318-5D05-EC48-85EF-0BFB64885BAC}" type="presParOf" srcId="{B3E3EF6C-FDD3-8144-BE67-CCD3D811BA40}" destId="{5B831728-407E-A047-B3E3-F8A28DDE54AD}" srcOrd="1" destOrd="0" presId="urn:microsoft.com/office/officeart/2024/layout/MeetTheTeam"/>
    <dgm:cxn modelId="{62C1841E-D6A2-9D48-8751-F1C055DA1F6D}" type="presParOf" srcId="{B3E3EF6C-FDD3-8144-BE67-CCD3D811BA40}" destId="{098DC4A7-4C34-3F4B-A119-14DBE7D46546}" srcOrd="2" destOrd="0" presId="urn:microsoft.com/office/officeart/2024/layout/MeetTheTeam"/>
    <dgm:cxn modelId="{34027E72-97BC-A245-A7C0-7DC4019A2349}" type="presParOf" srcId="{B3E3EF6C-FDD3-8144-BE67-CCD3D811BA40}" destId="{058A0958-2E51-A148-B74E-3CB7C2C30F95}" srcOrd="3" destOrd="0" presId="urn:microsoft.com/office/officeart/2024/layout/MeetTheTeam"/>
    <dgm:cxn modelId="{5A3FC8F1-42D1-9042-A337-8B503BFEEADE}" type="presParOf" srcId="{BFC6E888-509A-FF47-9CD3-D88A109D9774}" destId="{B0FB3A9A-FEE0-3D47-9DD6-3BBFED58191F}" srcOrd="3" destOrd="0" presId="urn:microsoft.com/office/officeart/2024/layout/MeetTheTeam"/>
    <dgm:cxn modelId="{AE14B1BA-95FE-164A-A503-DAFE18AF2C70}" type="presParOf" srcId="{BFC6E888-509A-FF47-9CD3-D88A109D9774}" destId="{7CBE45AC-D736-914A-A5CC-B1A7BC7FB803}" srcOrd="4" destOrd="0" presId="urn:microsoft.com/office/officeart/2024/layout/MeetTheTeam"/>
    <dgm:cxn modelId="{62B64ABB-8E85-1148-B6CD-073DE2F77EFE}" type="presParOf" srcId="{7CBE45AC-D736-914A-A5CC-B1A7BC7FB803}" destId="{9BDE1F2B-42C0-034A-988F-D0C43351E50C}" srcOrd="0" destOrd="0" presId="urn:microsoft.com/office/officeart/2024/layout/MeetTheTeam"/>
    <dgm:cxn modelId="{EA7199EA-9380-7A4E-AF11-5DF7B459E1ED}" type="presParOf" srcId="{7CBE45AC-D736-914A-A5CC-B1A7BC7FB803}" destId="{019E83AA-4BA2-B543-9135-D81CCC8F4E32}" srcOrd="1" destOrd="0" presId="urn:microsoft.com/office/officeart/2024/layout/MeetTheTeam"/>
    <dgm:cxn modelId="{098AA4BB-8EE6-7D48-AF13-F64170A88013}" type="presParOf" srcId="{7CBE45AC-D736-914A-A5CC-B1A7BC7FB803}" destId="{1BC28CBB-B7CB-1E44-8C2E-1C54A4B7A701}" srcOrd="2" destOrd="0" presId="urn:microsoft.com/office/officeart/2024/layout/MeetTheTeam"/>
    <dgm:cxn modelId="{ED1DC7AE-1C37-CD4B-9D4C-6F6A1DC70CD4}" type="presParOf" srcId="{7CBE45AC-D736-914A-A5CC-B1A7BC7FB803}" destId="{C92C9D12-B57D-C140-AD53-F33408760C66}" srcOrd="3" destOrd="0" presId="urn:microsoft.com/office/officeart/2024/layout/MeetTheTeam"/>
    <dgm:cxn modelId="{78840E28-8AA0-5348-9AB0-E9CDF1A377F0}" type="presParOf" srcId="{BFC6E888-509A-FF47-9CD3-D88A109D9774}" destId="{71B4F54E-31F1-3847-8A84-9DDC5AE269F2}" srcOrd="5" destOrd="0" presId="urn:microsoft.com/office/officeart/2024/layout/MeetTheTeam"/>
    <dgm:cxn modelId="{171A4F32-74FB-2C40-BF9C-476563C41676}" type="presParOf" srcId="{BFC6E888-509A-FF47-9CD3-D88A109D9774}" destId="{57AAC3A9-B8D3-2C4C-AC5D-667014870E1B}" srcOrd="6" destOrd="0" presId="urn:microsoft.com/office/officeart/2024/layout/MeetTheTeam"/>
    <dgm:cxn modelId="{0D4536C9-4492-2E45-B99B-2EB64868FFAE}" type="presParOf" srcId="{57AAC3A9-B8D3-2C4C-AC5D-667014870E1B}" destId="{93AEF8AA-6935-0D49-A45D-D9ADEDB390EB}" srcOrd="0" destOrd="0" presId="urn:microsoft.com/office/officeart/2024/layout/MeetTheTeam"/>
    <dgm:cxn modelId="{F1656F6E-0A6C-924F-A262-C9CE95F1C585}" type="presParOf" srcId="{57AAC3A9-B8D3-2C4C-AC5D-667014870E1B}" destId="{992E2D55-0175-8C46-B8FC-D384A1800248}" srcOrd="1" destOrd="0" presId="urn:microsoft.com/office/officeart/2024/layout/MeetTheTeam"/>
    <dgm:cxn modelId="{7FF15E09-E0E7-3D4C-A831-84086D39B371}" type="presParOf" srcId="{57AAC3A9-B8D3-2C4C-AC5D-667014870E1B}" destId="{F6957137-863B-1949-AB15-790219CFF326}" srcOrd="2" destOrd="0" presId="urn:microsoft.com/office/officeart/2024/layout/MeetTheTeam"/>
    <dgm:cxn modelId="{A4EBD5E9-5536-924B-9B66-9227DF416FAA}" type="presParOf" srcId="{57AAC3A9-B8D3-2C4C-AC5D-667014870E1B}" destId="{DDD09763-9CDD-8848-B772-055452AF72EA}" srcOrd="3" destOrd="0" presId="urn:microsoft.com/office/officeart/2024/layout/MeetTheTeam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3D2DAF-7AF2-DD4E-86BD-1B41C4FE61A6}">
      <dsp:nvSpPr>
        <dsp:cNvPr id="0" name=""/>
        <dsp:cNvSpPr/>
      </dsp:nvSpPr>
      <dsp:spPr>
        <a:xfrm>
          <a:off x="407939" y="793962"/>
          <a:ext cx="1778975" cy="1778975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014DC9-D0AE-B14C-84B8-E9E324B298FB}">
      <dsp:nvSpPr>
        <dsp:cNvPr id="0" name=""/>
        <dsp:cNvSpPr/>
      </dsp:nvSpPr>
      <dsp:spPr>
        <a:xfrm>
          <a:off x="337185" y="2676037"/>
          <a:ext cx="1920484" cy="32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800" kern="1200" dirty="0"/>
            <a:t>Adair Robins</a:t>
          </a:r>
        </a:p>
      </dsp:txBody>
      <dsp:txXfrm>
        <a:off x="337185" y="2676037"/>
        <a:ext cx="1920484" cy="324000"/>
      </dsp:txXfrm>
    </dsp:sp>
    <dsp:sp modelId="{398329E6-4D5B-DC49-9283-5C1A4A0C4687}">
      <dsp:nvSpPr>
        <dsp:cNvPr id="0" name=""/>
        <dsp:cNvSpPr/>
      </dsp:nvSpPr>
      <dsp:spPr>
        <a:xfrm>
          <a:off x="337185" y="3000037"/>
          <a:ext cx="1920484" cy="27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Tech Council Australia</a:t>
          </a:r>
        </a:p>
      </dsp:txBody>
      <dsp:txXfrm>
        <a:off x="337185" y="3000037"/>
        <a:ext cx="1920484" cy="270000"/>
      </dsp:txXfrm>
    </dsp:sp>
    <dsp:sp modelId="{118FCCF5-4AA6-7244-9485-085CC68FA17C}">
      <dsp:nvSpPr>
        <dsp:cNvPr id="0" name=""/>
        <dsp:cNvSpPr/>
      </dsp:nvSpPr>
      <dsp:spPr>
        <a:xfrm>
          <a:off x="2506321" y="793962"/>
          <a:ext cx="1778975" cy="1778975"/>
        </a:xfrm>
        <a:prstGeom prst="ellipse">
          <a:avLst/>
        </a:prstGeom>
        <a:blipFill>
          <a:blip xmlns:r="http://schemas.openxmlformats.org/officeDocument/2006/relationships" r:embed="rId2"/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8DC4A7-4C34-3F4B-A119-14DBE7D46546}">
      <dsp:nvSpPr>
        <dsp:cNvPr id="0" name=""/>
        <dsp:cNvSpPr/>
      </dsp:nvSpPr>
      <dsp:spPr>
        <a:xfrm>
          <a:off x="2435566" y="2676037"/>
          <a:ext cx="1920484" cy="32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800" kern="1200" dirty="0"/>
            <a:t>Jade Loyzaga</a:t>
          </a:r>
        </a:p>
      </dsp:txBody>
      <dsp:txXfrm>
        <a:off x="2435566" y="2676037"/>
        <a:ext cx="1920484" cy="324000"/>
      </dsp:txXfrm>
    </dsp:sp>
    <dsp:sp modelId="{058A0958-2E51-A148-B74E-3CB7C2C30F95}">
      <dsp:nvSpPr>
        <dsp:cNvPr id="0" name=""/>
        <dsp:cNvSpPr/>
      </dsp:nvSpPr>
      <dsp:spPr>
        <a:xfrm>
          <a:off x="2435566" y="3000037"/>
          <a:ext cx="1920484" cy="27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Canva</a:t>
          </a:r>
        </a:p>
      </dsp:txBody>
      <dsp:txXfrm>
        <a:off x="2435566" y="3000037"/>
        <a:ext cx="1920484" cy="270000"/>
      </dsp:txXfrm>
    </dsp:sp>
    <dsp:sp modelId="{9BDE1F2B-42C0-034A-988F-D0C43351E50C}">
      <dsp:nvSpPr>
        <dsp:cNvPr id="0" name=""/>
        <dsp:cNvSpPr/>
      </dsp:nvSpPr>
      <dsp:spPr>
        <a:xfrm>
          <a:off x="4604703" y="793962"/>
          <a:ext cx="1778975" cy="1778975"/>
        </a:xfrm>
        <a:prstGeom prst="ellipse">
          <a:avLst/>
        </a:prstGeom>
        <a:blipFill>
          <a:blip xmlns:r="http://schemas.openxmlformats.org/officeDocument/2006/relationships" r:embed="rId3"/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C28CBB-B7CB-1E44-8C2E-1C54A4B7A701}">
      <dsp:nvSpPr>
        <dsp:cNvPr id="0" name=""/>
        <dsp:cNvSpPr/>
      </dsp:nvSpPr>
      <dsp:spPr>
        <a:xfrm>
          <a:off x="4533948" y="2676037"/>
          <a:ext cx="1920484" cy="32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800" kern="1200" dirty="0"/>
            <a:t>Paul Keen</a:t>
          </a:r>
        </a:p>
      </dsp:txBody>
      <dsp:txXfrm>
        <a:off x="4533948" y="2676037"/>
        <a:ext cx="1920484" cy="324000"/>
      </dsp:txXfrm>
    </dsp:sp>
    <dsp:sp modelId="{C92C9D12-B57D-C140-AD53-F33408760C66}">
      <dsp:nvSpPr>
        <dsp:cNvPr id="0" name=""/>
        <dsp:cNvSpPr/>
      </dsp:nvSpPr>
      <dsp:spPr>
        <a:xfrm>
          <a:off x="4533948" y="3000037"/>
          <a:ext cx="1920484" cy="27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Culture Amp</a:t>
          </a:r>
        </a:p>
      </dsp:txBody>
      <dsp:txXfrm>
        <a:off x="4533948" y="3000037"/>
        <a:ext cx="1920484" cy="270000"/>
      </dsp:txXfrm>
    </dsp:sp>
    <dsp:sp modelId="{93AEF8AA-6935-0D49-A45D-D9ADEDB390EB}">
      <dsp:nvSpPr>
        <dsp:cNvPr id="0" name=""/>
        <dsp:cNvSpPr/>
      </dsp:nvSpPr>
      <dsp:spPr>
        <a:xfrm>
          <a:off x="6703085" y="793962"/>
          <a:ext cx="1778975" cy="1778975"/>
        </a:xfrm>
        <a:prstGeom prst="ellipse">
          <a:avLst/>
        </a:prstGeom>
        <a:blipFill>
          <a:blip xmlns:r="http://schemas.openxmlformats.org/officeDocument/2006/relationships" r:embed="rId4"/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957137-863B-1949-AB15-790219CFF326}">
      <dsp:nvSpPr>
        <dsp:cNvPr id="0" name=""/>
        <dsp:cNvSpPr/>
      </dsp:nvSpPr>
      <dsp:spPr>
        <a:xfrm>
          <a:off x="6632330" y="2676037"/>
          <a:ext cx="1920484" cy="32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800" kern="1200" dirty="0"/>
            <a:t>Joris Dries</a:t>
          </a:r>
        </a:p>
      </dsp:txBody>
      <dsp:txXfrm>
        <a:off x="6632330" y="2676037"/>
        <a:ext cx="1920484" cy="324000"/>
      </dsp:txXfrm>
    </dsp:sp>
    <dsp:sp modelId="{DDD09763-9CDD-8848-B772-055452AF72EA}">
      <dsp:nvSpPr>
        <dsp:cNvPr id="0" name=""/>
        <dsp:cNvSpPr/>
      </dsp:nvSpPr>
      <dsp:spPr>
        <a:xfrm>
          <a:off x="6632330" y="3000037"/>
          <a:ext cx="1920484" cy="27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Resonate CX</a:t>
          </a:r>
        </a:p>
      </dsp:txBody>
      <dsp:txXfrm>
        <a:off x="6632330" y="3000037"/>
        <a:ext cx="1920484" cy="27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layout/MeetTheTeam">
  <dgm:title val=""/>
  <dgm:desc val=""/>
  <dgm:catLst>
    <dgm:cat type="meettheteam" pri="100"/>
  </dgm:catLst>
  <dgm:sampData>
    <dgm:dataModel>
      <dgm:ptLst>
        <dgm:pt modelId="0" type="doc"/>
        <dgm:pt modelId="10">
          <dgm:prSet phldrT="Name" phldr="1">
            <dgm:extLst>
              <a:ext uri="{C7F2D5A4-9E3B-4C8F-A7D2-1F8E9B6C4A30}">
                <msodIdLoc:phldrLoc xmlns:msodIdLoc="http://schemas.microsoft.com/office/drawing/2026/04/diagram/placeholderloc" id="msoidsIgxPlaceholderName"/>
              </a:ext>
            </dgm:extLst>
          </dgm:prSet>
        </dgm:pt>
        <dgm:pt modelId="11">
          <dgm:prSet phldrT="Role" phldr="1">
            <dgm:extLst>
              <a:ext uri="{C7F2D5A4-9E3B-4C8F-A7D2-1F8E9B6C4A30}">
                <msodIdLoc:phldrLoc xmlns:msodIdLoc="http://schemas.microsoft.com/office/drawing/2026/04/diagram/placeholderloc" id="msoidsIgxPlaceholderRole"/>
              </a:ext>
            </dgm:extLst>
          </dgm:prSet>
        </dgm:pt>
        <dgm:pt modelId="20">
          <dgm:prSet phldrT="Name" phldr="1">
            <dgm:extLst>
              <a:ext uri="{C7F2D5A4-9E3B-4C8F-A7D2-1F8E9B6C4A30}">
                <msodIdLoc:phldrLoc xmlns:msodIdLoc="http://schemas.microsoft.com/office/drawing/2026/04/diagram/placeholderloc" id="msoidsIgxPlaceholderName"/>
              </a:ext>
            </dgm:extLst>
          </dgm:prSet>
        </dgm:pt>
        <dgm:pt modelId="21">
          <dgm:prSet phldrT="Role" phldr="1">
            <dgm:extLst>
              <a:ext uri="{C7F2D5A4-9E3B-4C8F-A7D2-1F8E9B6C4A30}">
                <msodIdLoc:phldrLoc xmlns:msodIdLoc="http://schemas.microsoft.com/office/drawing/2026/04/diagram/placeholderloc" id="msoidsIgxPlaceholderRole"/>
              </a:ext>
            </dgm:extLst>
          </dgm:prSet>
        </dgm:pt>
        <dgm:pt modelId="30">
          <dgm:prSet phldrT="Name" phldr="1">
            <dgm:extLst>
              <a:ext uri="{C7F2D5A4-9E3B-4C8F-A7D2-1F8E9B6C4A30}">
                <msodIdLoc:phldrLoc xmlns:msodIdLoc="http://schemas.microsoft.com/office/drawing/2026/04/diagram/placeholderloc" id="msoidsIgxPlaceholderName"/>
              </a:ext>
            </dgm:extLst>
          </dgm:prSet>
        </dgm:pt>
        <dgm:pt modelId="31">
          <dgm:prSet phldrT="Role" phldr="1">
            <dgm:extLst>
              <a:ext uri="{C7F2D5A4-9E3B-4C8F-A7D2-1F8E9B6C4A30}">
                <msodIdLoc:phldrLoc xmlns:msodIdLoc="http://schemas.microsoft.com/office/drawing/2026/04/diagram/placeholderloc" id="msoidsIgxPlaceholderRole"/>
              </a:ext>
            </dgm:extLst>
          </dgm:prSet>
        </dgm:pt>
        <dgm:pt modelId="40">
          <dgm:prSet phldrT="Name" phldr="1">
            <dgm:extLst>
              <a:ext uri="{C7F2D5A4-9E3B-4C8F-A7D2-1F8E9B6C4A30}">
                <msodIdLoc:phldrLoc xmlns:msodIdLoc="http://schemas.microsoft.com/office/drawing/2026/04/diagram/placeholderloc" id="msoidsIgxPlaceholderName"/>
              </a:ext>
            </dgm:extLst>
          </dgm:prSet>
        </dgm:pt>
        <dgm:pt modelId="41">
          <dgm:prSet phldrT="Role" phldr="1">
            <dgm:extLst>
              <a:ext uri="{C7F2D5A4-9E3B-4C8F-A7D2-1F8E9B6C4A30}">
                <msodIdLoc:phldrLoc xmlns:msodIdLoc="http://schemas.microsoft.com/office/drawing/2026/04/diagram/placeholderloc" id="msoidsIgxPlaceholderRole"/>
              </a:ext>
            </dgm:extLst>
          </dgm:prSet>
        </dgm:pt>
      </dgm:ptLst>
      <dgm:cxnLst>
        <dgm:cxn modelId="100" srcId="0" destId="10" srcOrd="0" destOrd="0"/>
        <dgm:cxn modelId="101" srcId="10" destId="11" srcOrd="0" destOrd="0"/>
        <dgm:cxn modelId="102" srcId="0" destId="20" srcOrd="1" destOrd="0"/>
        <dgm:cxn modelId="103" srcId="20" destId="21" srcOrd="0" destOrd="0"/>
        <dgm:cxn modelId="104" srcId="0" destId="30" srcOrd="2" destOrd="0"/>
        <dgm:cxn modelId="105" srcId="30" destId="31" srcOrd="0" destOrd="0"/>
        <dgm:cxn modelId="106" srcId="0" destId="40" srcOrd="3" destOrd="0"/>
        <dgm:cxn modelId="107" srcId="40" destId="4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038"/>
          <dgm:constr type="sp" refType="w" refFor="ch" refForName="compNode" op="equ" fact="0.03"/>
          <dgm:constr type="primFontSz" for="des" forName="nameText" op="equ" val="18"/>
          <dgm:constr type="primFontSz" for="des" forName="roleText" op="equ" val="14"/>
          <dgm:constr type="h" for="des" forName="compNode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038"/>
          <dgm:constr type="sp" refType="w" refFor="ch" refForName="compNode" op="equ" fact="0.03"/>
          <dgm:constr type="primFontSz" for="des" forName="nameText" op="equ" val="18"/>
          <dgm:constr type="primFontSz" for="des" forName="roleText" op="equ" val="14"/>
          <dgm:constr type="h" for="des" forName="compNode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038"/>
          <dgm:constr type="sp" refType="w" refFor="ch" refForName="compNode" op="equ" fact="0.03"/>
          <dgm:constr type="primFontSz" for="des" forName="nameText" op="equ" val="18"/>
          <dgm:constr type="primFontSz" for="des" forName="roleText" op="equ" val="14"/>
          <dgm:constr type="h" for="des" forName="compNode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038"/>
          <dgm:constr type="sp" refType="w" refFor="ch" refForName="compNode" op="equ" fact="0.03"/>
          <dgm:constr type="primFontSz" for="des" forName="nameText" op="equ" val="18"/>
          <dgm:constr type="primFontSz" for="des" forName="roleText" op="equ" val="14"/>
          <dgm:constr type="h" for="des" forName="compNode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photoCircle" refType="w" fact="0.88"/>
          <dgm:constr type="h" for="ch" forName="photoCircle" refType="w" refFor="ch" refForName="photoCircle"/>
          <dgm:constr type="t" for="ch" forName="photoCircle"/>
          <dgm:constr type="ctrX" for="ch" forName="photoCircle" refType="w" fact="0.5"/>
          <dgm:constr type="h" for="ch" forName="spacer" refType="w" fact="0.051"/>
          <dgm:constr type="w" for="ch" forName="spacer" refType="w"/>
          <dgm:constr type="l" for="ch" forName="spacer"/>
          <dgm:constr type="t" for="ch" forName="spacer" refType="b" refFor="ch" refForName="photoCircle"/>
          <dgm:constr type="h" for="ch" forName="nameText" val="9"/>
          <dgm:constr type="w" for="ch" forName="nameText" refType="w" fact="0.95"/>
          <dgm:constr type="ctrX" for="ch" forName="nameText" refType="w" fact="0.5"/>
          <dgm:constr type="t" for="ch" forName="nameText" refType="b" refFor="ch" refForName="spacer"/>
          <dgm:constr type="h" for="ch" forName="roleText" val="7.5"/>
          <dgm:constr type="w" for="ch" forName="roleText" refType="w" fact="0.95"/>
          <dgm:constr type="ctrX" for="ch" forName="roleText" refType="w" fact="0.5"/>
          <dgm:constr type="t" for="ch" forName="roleText" refType="b" refFor="ch" refForName="nameText"/>
        </dgm:constrLst>
        <dgm:ruleLst>
          <dgm:rule type="h" val="INF" fact="NaN" max="NaN"/>
        </dgm:ruleLst>
        <dgm:layoutNode name="photoCircle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spacer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nameText" styleLbl="revTx">
          <dgm:varLst>
            <dgm:chMax val="1"/>
            <dgm:chPref val="1"/>
          </dgm:varLst>
          <dgm:alg type="tx">
            <dgm:param type="txAnchorVert" val="t"/>
            <dgm:param type="txAnchorHorzCh" val="ct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  <dgm:rule type="h" val="INF" fact="NaN" max="NaN"/>
          </dgm:ruleLst>
        </dgm:layoutNode>
        <dgm:layoutNode name="roleText" styleLbl="revTx">
          <dgm:varLst>
            <dgm:chMax val="0"/>
          </dgm:varLst>
          <dgm:alg type="tx">
            <dgm:param type="txAnchorVert" val="t"/>
            <dgm:param type="txAnchorHorzCh" val="ct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59264F-4DF6-2E40-B9FF-FB19C3894662}" type="datetimeFigureOut">
              <a:rPr lang="en-AU" smtClean="0"/>
              <a:t>29/7/2026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86565-23E4-7A40-B92C-B76925F2B2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1928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Introductions of teachers, plus habit question</a:t>
            </a:r>
          </a:p>
          <a:p>
            <a:r>
              <a:rPr lang="en-AU" dirty="0"/>
              <a:t>Then around the grounds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86565-23E4-7A40-B92C-B76925F2B224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7718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habit tracker, themed for people coming back to a full life: family routines, fitness, hobbies. Add habits, tick them off each day, watch a streak grow, break the chain and it resets.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86565-23E4-7A40-B92C-B76925F2B224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1360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jp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1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0" y="0"/>
            <a:ext cx="128016" cy="51435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4048"/>
            <a:ext cx="2148840" cy="48463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234440"/>
            <a:ext cx="82296" cy="21488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4526280"/>
            <a:ext cx="411480" cy="411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709160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C4B5E8"/>
                </a:solidFill>
                <a:latin typeface="Calibri"/>
              </a:rPr>
              <a:t>Tech Council of Australia  |  techcouncil.com.au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258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Calibri"/>
              </a:rPr>
              <a:t>AGENTIC ENGINEERING  ·  A ONE-DAY PROGRAM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930941"/>
            <a:ext cx="5577840" cy="70788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600" b="1" dirty="0">
                <a:solidFill>
                  <a:srgbClr val="FFFFFF"/>
                </a:solidFill>
                <a:latin typeface="Arial Black"/>
              </a:rPr>
              <a:t>Welcome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2947824"/>
            <a:ext cx="54864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dirty="0">
                <a:solidFill>
                  <a:srgbClr val="DDD6FE"/>
                </a:solidFill>
                <a:latin typeface="Calibri"/>
              </a:rPr>
              <a:t>For software engineers returning from carers’ or parental leave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A15946-A898-82E9-18F7-D0C7C29DE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Official Artwork | Illawarra Aboriginal Corporation">
            <a:extLst>
              <a:ext uri="{FF2B5EF4-FFF2-40B4-BE49-F238E27FC236}">
                <a16:creationId xmlns:a16="http://schemas.microsoft.com/office/drawing/2014/main" id="{7406F579-B9A2-7C4B-D32D-ACF7DE84C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610680"/>
          </a:xfrm>
          <a:prstGeom prst="rect">
            <a:avLst/>
          </a:prstGeom>
        </p:spPr>
      </p:pic>
      <p:pic>
        <p:nvPicPr>
          <p:cNvPr id="2" name="Picture 1" descr="image1.jpeg">
            <a:extLst>
              <a:ext uri="{FF2B5EF4-FFF2-40B4-BE49-F238E27FC236}">
                <a16:creationId xmlns:a16="http://schemas.microsoft.com/office/drawing/2014/main" id="{A7EC04F5-9B30-B612-B0EC-C62767BD6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4526280"/>
            <a:ext cx="411480" cy="41148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9B5D7D3-00EA-B10C-0854-5A107348177E}"/>
              </a:ext>
            </a:extLst>
          </p:cNvPr>
          <p:cNvSpPr txBox="1"/>
          <p:nvPr/>
        </p:nvSpPr>
        <p:spPr>
          <a:xfrm>
            <a:off x="578744" y="1987439"/>
            <a:ext cx="822960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AU" sz="2200" b="1" dirty="0">
                <a:solidFill>
                  <a:srgbClr val="2D1155"/>
                </a:solidFill>
                <a:latin typeface="Arial Black"/>
              </a:rPr>
              <a:t>ACKNOWLEDGEMENT OF COUNTRY</a:t>
            </a:r>
            <a:endParaRPr sz="2200" b="1" dirty="0">
              <a:solidFill>
                <a:srgbClr val="2D1155"/>
              </a:solidFill>
              <a:latin typeface="Arial Black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63B798C-856E-BAAF-731A-38CC37A34BDC}"/>
              </a:ext>
            </a:extLst>
          </p:cNvPr>
          <p:cNvSpPr/>
          <p:nvPr/>
        </p:nvSpPr>
        <p:spPr>
          <a:xfrm>
            <a:off x="548640" y="2325993"/>
            <a:ext cx="8229600" cy="2144406"/>
          </a:xfrm>
          <a:prstGeom prst="rect">
            <a:avLst/>
          </a:prstGeom>
          <a:solidFill>
            <a:srgbClr val="2D1155"/>
          </a:solidFill>
          <a:ln w="19050">
            <a:solidFill>
              <a:srgbClr val="EEE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965274-AD9A-826D-EDE3-4B6FB5757FEB}"/>
              </a:ext>
            </a:extLst>
          </p:cNvPr>
          <p:cNvSpPr txBox="1"/>
          <p:nvPr/>
        </p:nvSpPr>
        <p:spPr>
          <a:xfrm>
            <a:off x="785330" y="2531477"/>
            <a:ext cx="7498079" cy="17913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AU" sz="2800" b="0" dirty="0">
                <a:solidFill>
                  <a:srgbClr val="FFFFFF"/>
                </a:solidFill>
                <a:latin typeface="Calibri"/>
              </a:rPr>
              <a:t>I would like to acknowledge the Gadigal of the Eora Nation, the traditional custodians of this land and pay my respects to the Elders both past and present.</a:t>
            </a:r>
            <a:endParaRPr sz="2800" b="0" dirty="0">
              <a:solidFill>
                <a:srgbClr val="FFFFFF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78019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A3289A-295E-5893-0E94-858178461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3A6283-3895-D445-F310-A98736746A28}"/>
              </a:ext>
            </a:extLst>
          </p:cNvPr>
          <p:cNvSpPr txBox="1"/>
          <p:nvPr/>
        </p:nvSpPr>
        <p:spPr>
          <a:xfrm>
            <a:off x="457200" y="292608"/>
            <a:ext cx="822960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AU" sz="2200" b="1" dirty="0">
                <a:solidFill>
                  <a:srgbClr val="2D1155"/>
                </a:solidFill>
                <a:latin typeface="Arial Black"/>
              </a:rPr>
              <a:t>INTRODUCTIONS</a:t>
            </a:r>
            <a:endParaRPr sz="2200" b="1" dirty="0">
              <a:solidFill>
                <a:srgbClr val="2D1155"/>
              </a:solidFill>
              <a:latin typeface="Arial Black"/>
            </a:endParaRPr>
          </a:p>
        </p:txBody>
      </p:sp>
      <p:pic>
        <p:nvPicPr>
          <p:cNvPr id="4" name="Picture 3" descr="image1.jpeg">
            <a:extLst>
              <a:ext uri="{FF2B5EF4-FFF2-40B4-BE49-F238E27FC236}">
                <a16:creationId xmlns:a16="http://schemas.microsoft.com/office/drawing/2014/main" id="{6ECC84A2-A7F0-8EE7-01F1-4AF63B0B1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4526280"/>
            <a:ext cx="411480" cy="411480"/>
          </a:xfrm>
          <a:prstGeom prst="rect">
            <a:avLst/>
          </a:prstGeom>
        </p:spPr>
      </p:pic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F844EF40-0189-8926-C7B9-9AA0B8DB89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35626018"/>
              </p:ext>
            </p:extLst>
          </p:nvPr>
        </p:nvGraphicFramePr>
        <p:xfrm>
          <a:off x="96896" y="334669"/>
          <a:ext cx="8890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9D6615D6-2057-3C3A-122C-51C1BF0AE89C}"/>
              </a:ext>
            </a:extLst>
          </p:cNvPr>
          <p:cNvSpPr/>
          <p:nvPr/>
        </p:nvSpPr>
        <p:spPr>
          <a:xfrm>
            <a:off x="342900" y="3912377"/>
            <a:ext cx="8229600" cy="548048"/>
          </a:xfrm>
          <a:prstGeom prst="rect">
            <a:avLst/>
          </a:prstGeom>
          <a:solidFill>
            <a:srgbClr val="2D1155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E69711-1C4C-5427-3AC9-20A8E4D80972}"/>
              </a:ext>
            </a:extLst>
          </p:cNvPr>
          <p:cNvSpPr txBox="1"/>
          <p:nvPr/>
        </p:nvSpPr>
        <p:spPr>
          <a:xfrm>
            <a:off x="822960" y="4028225"/>
            <a:ext cx="7498079" cy="3100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AU" sz="2000" b="0" dirty="0">
                <a:solidFill>
                  <a:srgbClr val="FFFFFF"/>
                </a:solidFill>
                <a:latin typeface="Calibri"/>
              </a:rPr>
              <a:t>What is the </a:t>
            </a:r>
            <a:r>
              <a:rPr sz="2000" b="1" dirty="0">
                <a:solidFill>
                  <a:srgbClr val="F59E0B"/>
                </a:solidFill>
                <a:latin typeface="Arial Black"/>
              </a:rPr>
              <a:t>one </a:t>
            </a:r>
            <a:r>
              <a:rPr lang="en-AU" sz="2000" b="1" dirty="0">
                <a:solidFill>
                  <a:srgbClr val="F59E0B"/>
                </a:solidFill>
                <a:latin typeface="Arial Black"/>
              </a:rPr>
              <a:t>habit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AU" sz="2000" b="0" dirty="0">
                <a:solidFill>
                  <a:srgbClr val="FFFFFF"/>
                </a:solidFill>
                <a:latin typeface="Calibri"/>
              </a:rPr>
              <a:t>you </a:t>
            </a:r>
            <a:r>
              <a:rPr lang="en-AU" sz="2000" dirty="0">
                <a:solidFill>
                  <a:srgbClr val="FFFFFF"/>
                </a:solidFill>
                <a:latin typeface="Calibri"/>
              </a:rPr>
              <a:t>would love to stick to?</a:t>
            </a:r>
            <a:endParaRPr sz="2000" b="0" dirty="0">
              <a:solidFill>
                <a:srgbClr val="FFFFFF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7022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2D1155"/>
                </a:solidFill>
                <a:latin typeface="Arial Black"/>
              </a:rPr>
              <a:t>RUN OF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96112"/>
            <a:ext cx="82296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dirty="0">
                <a:solidFill>
                  <a:srgbClr val="6E6389"/>
                </a:solidFill>
                <a:latin typeface="Calibri"/>
              </a:rPr>
              <a:t>Segment lengths are what matter. Times assume a 09:30 start.</a:t>
            </a:r>
          </a:p>
        </p:txBody>
      </p:sp>
      <p:pic>
        <p:nvPicPr>
          <p:cNvPr id="4" name="Picture 3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4526280"/>
            <a:ext cx="411480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3716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E6389"/>
                </a:solidFill>
                <a:latin typeface="Calibri"/>
              </a:rPr>
              <a:t>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3716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E6389"/>
                </a:solidFill>
                <a:latin typeface="Calibri"/>
              </a:rPr>
              <a:t>SEGMENT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82496"/>
            <a:ext cx="1005840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Calibri"/>
              </a:rPr>
              <a:t>09:30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682496"/>
            <a:ext cx="5486400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6E6389"/>
                </a:solidFill>
                <a:latin typeface="Calibri"/>
              </a:rPr>
              <a:t>Welcome, introduction, setup check — the day’s shape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020824"/>
            <a:ext cx="1005840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Calibri"/>
              </a:rPr>
              <a:t>09:45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020824"/>
            <a:ext cx="5486400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dirty="0">
                <a:solidFill>
                  <a:srgbClr val="6E6389"/>
                </a:solidFill>
                <a:latin typeface="Calibri"/>
              </a:rPr>
              <a:t>How the engineer’s life has changed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59152"/>
            <a:ext cx="76809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2359152"/>
            <a:ext cx="1005840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Calibri"/>
              </a:rPr>
              <a:t>10:00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2359152"/>
            <a:ext cx="5486400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2D1155"/>
                </a:solidFill>
                <a:latin typeface="Arial Black"/>
              </a:rPr>
              <a:t>Section 1 · Vibe Coding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2697480"/>
            <a:ext cx="1005840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Calibri"/>
              </a:rPr>
              <a:t>11:30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2697480"/>
            <a:ext cx="5486400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6E6389"/>
                </a:solidFill>
                <a:latin typeface="Calibri"/>
              </a:rPr>
              <a:t>Break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035808"/>
            <a:ext cx="76809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3035808"/>
            <a:ext cx="1005840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Calibri"/>
              </a:rPr>
              <a:t>11:45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3035808"/>
            <a:ext cx="5486400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2D1155"/>
                </a:solidFill>
                <a:latin typeface="Arial Black"/>
              </a:rPr>
              <a:t>Section 2 · Vibe Engineering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3374136"/>
            <a:ext cx="1005840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Calibri"/>
              </a:rPr>
              <a:t>13:15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3374136"/>
            <a:ext cx="5486400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6E6389"/>
                </a:solidFill>
                <a:latin typeface="Calibri"/>
              </a:rPr>
              <a:t>Lunch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712464"/>
            <a:ext cx="76809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928" y="3712464"/>
            <a:ext cx="1005840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Calibri"/>
              </a:rPr>
              <a:t>14:00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3712464"/>
            <a:ext cx="5486400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2D1155"/>
                </a:solidFill>
                <a:latin typeface="Arial Black"/>
              </a:rPr>
              <a:t>Section 3 · Agentic Engineering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4050792"/>
            <a:ext cx="1005840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Calibri"/>
              </a:rPr>
              <a:t>15:45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37360" y="4050792"/>
            <a:ext cx="5486400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6E6389"/>
                </a:solidFill>
                <a:latin typeface="Calibri"/>
              </a:rPr>
              <a:t>Showcase and close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4389120"/>
            <a:ext cx="1005840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Calibri"/>
              </a:rPr>
              <a:t>16:00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37360" y="4389120"/>
            <a:ext cx="5486400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6E6389"/>
                </a:solidFill>
                <a:latin typeface="Calibri"/>
              </a:rPr>
              <a:t>End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4389120"/>
            <a:ext cx="822960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2D1155"/>
                </a:solidFill>
                <a:latin typeface="Arial Black"/>
              </a:rPr>
              <a:t>THE PROMISE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96112"/>
            <a:ext cx="82296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E6389"/>
                </a:solidFill>
                <a:latin typeface="Calibri"/>
              </a:rPr>
              <a:t>What today is really about.</a:t>
            </a:r>
          </a:p>
        </p:txBody>
      </p:sp>
      <p:pic>
        <p:nvPicPr>
          <p:cNvPr id="4" name="Picture 3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4526280"/>
            <a:ext cx="411480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463040"/>
            <a:ext cx="8229600" cy="1170432"/>
          </a:xfrm>
          <a:prstGeom prst="rect">
            <a:avLst/>
          </a:prstGeom>
          <a:solidFill>
            <a:srgbClr val="2D1155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31631"/>
            <a:ext cx="7498079" cy="633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dirty="0">
                <a:solidFill>
                  <a:srgbClr val="FFFFFF"/>
                </a:solidFill>
                <a:latin typeface="Calibri"/>
              </a:rPr>
              <a:t>You build </a:t>
            </a:r>
            <a:r>
              <a:rPr sz="2000" b="1" dirty="0">
                <a:solidFill>
                  <a:srgbClr val="F59E0B"/>
                </a:solidFill>
                <a:latin typeface="Arial Black"/>
              </a:rPr>
              <a:t>one app, three times over</a:t>
            </a:r>
            <a:r>
              <a:rPr lang="en-AU" sz="2000" b="1" dirty="0">
                <a:solidFill>
                  <a:srgbClr val="F59E0B"/>
                </a:solidFill>
                <a:latin typeface="Arial Black"/>
              </a:rPr>
              <a:t>,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each time giving up a different crutch.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dirty="0">
                <a:solidFill>
                  <a:srgbClr val="6E6389"/>
                </a:solidFill>
                <a:latin typeface="Calibri"/>
              </a:rPr>
              <a:t>The project builds either way, and you learn something new no matter what level you walk in at.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520440"/>
            <a:ext cx="4023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370332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Calibri"/>
              </a:rPr>
              <a:t>A RUSTY ENGINEER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041648"/>
            <a:ext cx="3566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2D1155"/>
                </a:solidFill>
                <a:latin typeface="Calibri"/>
              </a:rPr>
              <a:t>learns the loop and the tools — and stops fearing them.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3520440"/>
            <a:ext cx="4023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92040" y="370332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Calibri"/>
              </a:rPr>
              <a:t>A CONFIDENT 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4041648"/>
            <a:ext cx="3566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2D1155"/>
                </a:solidFill>
                <a:latin typeface="Calibri"/>
              </a:rPr>
              <a:t>learns to give up the keyboard and build the harness instead.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4526280"/>
            <a:ext cx="411480" cy="411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2D1155"/>
                </a:solidFill>
                <a:latin typeface="Arial Black"/>
              </a:rPr>
              <a:t>THE DAY IS A LADDER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896112"/>
            <a:ext cx="82296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dirty="0">
                <a:solidFill>
                  <a:srgbClr val="6E6389"/>
                </a:solidFill>
                <a:latin typeface="Calibri"/>
              </a:rPr>
              <a:t>Not three workshops. Each rung removes a different crutch.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81328"/>
            <a:ext cx="822960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91440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>
                <a:solidFill>
                  <a:srgbClr val="F59E0B"/>
                </a:solidFill>
                <a:latin typeface="Arial Black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627632"/>
            <a:ext cx="6217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D1155"/>
                </a:solidFill>
                <a:latin typeface="Arial Black"/>
              </a:rPr>
              <a:t>Vibe Coding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011680"/>
            <a:ext cx="67665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E6389"/>
                </a:solidFill>
                <a:latin typeface="Calibri"/>
              </a:rPr>
              <a:t>Use the tool. Make it work, don’t care how.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23744"/>
            <a:ext cx="822960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523744"/>
            <a:ext cx="91440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>
                <a:solidFill>
                  <a:srgbClr val="7C3AED"/>
                </a:solidFill>
                <a:latin typeface="Arial Black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670048"/>
            <a:ext cx="6217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D1155"/>
                </a:solidFill>
                <a:latin typeface="Arial Black"/>
              </a:rPr>
              <a:t>Vibe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054096"/>
            <a:ext cx="67665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E6389"/>
                </a:solidFill>
                <a:latin typeface="Calibri"/>
              </a:rPr>
              <a:t>Make it repeatable. Stop repeating yourself.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66159"/>
            <a:ext cx="822960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566159"/>
            <a:ext cx="91440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>
                <a:solidFill>
                  <a:srgbClr val="5B21B6"/>
                </a:solidFill>
                <a:latin typeface="Arial Black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712463"/>
            <a:ext cx="6217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D1155"/>
                </a:solidFill>
                <a:latin typeface="Arial Black"/>
              </a:rPr>
              <a:t>Agentic 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096511"/>
            <a:ext cx="67665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E6389"/>
                </a:solidFill>
                <a:latin typeface="Calibri"/>
              </a:rPr>
              <a:t>Stop trusting the agent. Engineer around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2D1155"/>
                </a:solidFill>
                <a:latin typeface="Arial Black"/>
              </a:rPr>
              <a:t>ONE PROJECT, ALL DAY: TCA HABITS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96112"/>
            <a:ext cx="82296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E6389"/>
                </a:solidFill>
                <a:latin typeface="Calibri"/>
              </a:rPr>
              <a:t>A habit tracker you build, then make repeatable, then harden.</a:t>
            </a:r>
          </a:p>
        </p:txBody>
      </p:sp>
      <p:pic>
        <p:nvPicPr>
          <p:cNvPr id="4" name="Picture 3" descr="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4526280"/>
            <a:ext cx="411480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572768"/>
            <a:ext cx="2615184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572768"/>
            <a:ext cx="2615184" cy="457200"/>
          </a:xfrm>
          <a:prstGeom prst="rect">
            <a:avLst/>
          </a:prstGeom>
          <a:solidFill>
            <a:srgbClr val="2D1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261518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59E0B"/>
                </a:solidFill>
                <a:latin typeface="Calibri"/>
              </a:rPr>
              <a:t>END OF SECTION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12848"/>
            <a:ext cx="2212848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2D1155"/>
                </a:solidFill>
                <a:latin typeface="Calibri"/>
              </a:rPr>
              <a:t>A working tracker. Add a habit, tick it, watch a streak grow. Ugly is fine.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54096" y="1572768"/>
            <a:ext cx="228600" cy="2148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7C3AED"/>
                </a:solidFill>
                <a:latin typeface="Arial Black"/>
              </a:rPr>
              <a:t>›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64408" y="1572768"/>
            <a:ext cx="2615184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64408" y="1572768"/>
            <a:ext cx="2615184" cy="457200"/>
          </a:xfrm>
          <a:prstGeom prst="rect">
            <a:avLst/>
          </a:prstGeom>
          <a:solidFill>
            <a:srgbClr val="2D1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64408" y="1572768"/>
            <a:ext cx="261518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59E0B"/>
                </a:solidFill>
                <a:latin typeface="Calibri"/>
              </a:rPr>
              <a:t>END OF SECTION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5576" y="2212848"/>
            <a:ext cx="2212848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2D1155"/>
                </a:solidFill>
                <a:latin typeface="Calibri"/>
              </a:rPr>
              <a:t>A project contract, a repeatable workflow, a stats view, a weekly summary, AI encouragement.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61304" y="1572768"/>
            <a:ext cx="228600" cy="2148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7C3AED"/>
                </a:solidFill>
                <a:latin typeface="Arial Black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1616" y="1572768"/>
            <a:ext cx="2615184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71616" y="1572768"/>
            <a:ext cx="2615184" cy="457200"/>
          </a:xfrm>
          <a:prstGeom prst="rect">
            <a:avLst/>
          </a:prstGeom>
          <a:solidFill>
            <a:srgbClr val="2D1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71616" y="1572768"/>
            <a:ext cx="261518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59E0B"/>
                </a:solidFill>
                <a:latin typeface="Calibri"/>
              </a:rPr>
              <a:t>END OF SECTION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2783" y="2212848"/>
            <a:ext cx="2212848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2D1155"/>
                </a:solidFill>
                <a:latin typeface="Calibri"/>
              </a:rPr>
              <a:t>Hardened. A test harness, sub-agents, an agent team that ships a feature under test, and CI.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977639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E6389"/>
                </a:solidFill>
                <a:latin typeface="Calibri"/>
              </a:rPr>
              <a:t>Real backend, real frontend, real edge cases — streak maths, time zones, idempotency — so the afternoon’s harness has something genuine to bite 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2D1155"/>
                </a:solidFill>
                <a:latin typeface="Arial Black"/>
              </a:rPr>
              <a:t>NO ONE GETS STRANDED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96112"/>
            <a:ext cx="82296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E6389"/>
                </a:solidFill>
                <a:latin typeface="Calibri"/>
              </a:rPr>
              <a:t>Each section starts where the last one finished — or from a checkpoint we prepared.</a:t>
            </a:r>
          </a:p>
        </p:txBody>
      </p:sp>
      <p:pic>
        <p:nvPicPr>
          <p:cNvPr id="4" name="Picture 3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4526280"/>
            <a:ext cx="411480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60020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81051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Calibri"/>
              </a:rPr>
              <a:t>SMALL COMMITS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57984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D1155"/>
                </a:solidFill>
                <a:latin typeface="Arial Black"/>
              </a:rPr>
              <a:t>Your undo.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78608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6E6389"/>
                </a:solidFill>
                <a:latin typeface="Calibri"/>
              </a:rPr>
              <a:t>A bad turn is one revert away, no drama. git is your safety net inside a section.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60020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92040" y="181051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Calibri"/>
              </a:rPr>
              <a:t>CHECKPOINTS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157984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D1155"/>
                </a:solidFill>
                <a:latin typeface="Arial Black"/>
              </a:rPr>
              <a:t>The room’s net.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578608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6E6389"/>
                </a:solidFill>
                <a:latin typeface="Calibri"/>
              </a:rPr>
              <a:t>Fall behind? Reset to a known-good tag and keep going from solid ground.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11880"/>
            <a:ext cx="8229600" cy="868680"/>
          </a:xfrm>
          <a:prstGeom prst="rect">
            <a:avLst/>
          </a:prstGeom>
          <a:solidFill>
            <a:srgbClr val="2D1155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611880"/>
            <a:ext cx="7498079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 Black"/>
              </a:rPr>
              <a:t>Reaching for the checkpoint is the design, not a failure.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1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0" y="0"/>
            <a:ext cx="128016" cy="51435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4526280"/>
            <a:ext cx="411480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051560"/>
            <a:ext cx="82296" cy="2788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097280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Calibri"/>
              </a:rPr>
              <a:t>NO ONE LEFT BEHIND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63040"/>
            <a:ext cx="562356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Arial Black"/>
              </a:rPr>
              <a:t>Everyone starts on a</a:t>
            </a:r>
          </a:p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Arial Black"/>
              </a:rPr>
              <a:t>different rung.</a:t>
            </a:r>
          </a:p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9E0B"/>
                </a:solidFill>
                <a:latin typeface="Arial Black"/>
              </a:rPr>
              <a:t>Everyone leaves higher.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3703320"/>
            <a:ext cx="5486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DDD6FE"/>
                </a:solidFill>
                <a:latin typeface="Calibri"/>
              </a:rPr>
              <a:t>For some, this morning is revision; for everyone, it’s a rung up. A core path for all of us, stretch goals for anyone flying. The agentic shift is hardest for the confident ones — they have the most habits to unlearn.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2D1155"/>
                </a:solidFill>
                <a:latin typeface="Arial Black"/>
              </a:rPr>
              <a:t>WHAT YOU’LL WALK AWAY WITH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96112"/>
            <a:ext cx="82296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E6389"/>
                </a:solidFill>
                <a:latin typeface="Calibri"/>
              </a:rPr>
              <a:t>Wherever you start, you leave able to do more.</a:t>
            </a:r>
          </a:p>
        </p:txBody>
      </p:sp>
      <p:pic>
        <p:nvPicPr>
          <p:cNvPr id="4" name="Picture 3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4526280"/>
            <a:ext cx="411480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572768"/>
            <a:ext cx="2615184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22128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7C3AED"/>
                </a:solidFill>
                <a:latin typeface="Calibri"/>
              </a:rPr>
              <a:t>RUSTY / EARLIER-CAREER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94560"/>
            <a:ext cx="2212848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2D1155"/>
                </a:solidFill>
                <a:latin typeface="Calibri"/>
              </a:rPr>
              <a:t>The loop, the core tools, and a working mental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401568"/>
            <a:ext cx="221284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F59E0B"/>
                </a:solidFill>
                <a:latin typeface="Arial Black"/>
              </a:rPr>
              <a:t>You leave able to build.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64408" y="1572768"/>
            <a:ext cx="2615184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65576" y="1783080"/>
            <a:ext cx="22128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7C3AED"/>
                </a:solidFill>
                <a:latin typeface="Calibri"/>
              </a:rPr>
              <a:t>MID-LEVEL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65576" y="2194560"/>
            <a:ext cx="2212848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2D1155"/>
                </a:solidFill>
                <a:latin typeface="Calibri"/>
              </a:rPr>
              <a:t>The discipline: context, reusable workflows, small commits, correctness made mechanical.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5576" y="3401568"/>
            <a:ext cx="221284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F59E0B"/>
                </a:solidFill>
                <a:latin typeface="Arial Black"/>
              </a:rPr>
              <a:t>You leave able to build reliably.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71616" y="1572768"/>
            <a:ext cx="2615184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72783" y="1783080"/>
            <a:ext cx="22128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7C3AED"/>
                </a:solidFill>
                <a:latin typeface="Calibri"/>
              </a:rPr>
              <a:t>SENIOR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2783" y="2194560"/>
            <a:ext cx="2212848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2D1155"/>
                </a:solidFill>
                <a:latin typeface="Calibri"/>
              </a:rPr>
              <a:t>The architecture of agentic systems: harnesses, sub-agent teams, where human judgement sits.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2783" y="3401568"/>
            <a:ext cx="221284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F59E0B"/>
                </a:solidFill>
                <a:latin typeface="Arial Black"/>
              </a:rPr>
              <a:t>You leave able to design how your team works with agents.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1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0" y="0"/>
            <a:ext cx="128016" cy="51435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4048"/>
            <a:ext cx="2148840" cy="48463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501612"/>
            <a:ext cx="82296" cy="25134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4526280"/>
            <a:ext cx="411480" cy="411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709160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C4B5E8"/>
                </a:solidFill>
                <a:latin typeface="Calibri"/>
              </a:rPr>
              <a:t>Tech Council of Australia  |  techcouncil.com.au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" y="1375554"/>
            <a:ext cx="5577840" cy="28315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AU" sz="4600" b="1" dirty="0">
                <a:solidFill>
                  <a:srgbClr val="FFFFFF"/>
                </a:solidFill>
                <a:latin typeface="Arial Black"/>
              </a:rPr>
              <a:t>How the engineer’s life has changed</a:t>
            </a:r>
          </a:p>
          <a:p>
            <a:pPr algn="l"/>
            <a:endParaRPr lang="en-AU" sz="4600" b="1" dirty="0"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76656" y="3387799"/>
            <a:ext cx="5486400" cy="687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endParaRPr lang="en-AU" sz="2000" b="0" dirty="0">
              <a:solidFill>
                <a:srgbClr val="DDD6FE"/>
              </a:solidFill>
              <a:latin typeface="Calibri"/>
            </a:endParaRPr>
          </a:p>
          <a:p>
            <a:pPr algn="l">
              <a:lnSpc>
                <a:spcPct val="115000"/>
              </a:lnSpc>
            </a:pPr>
            <a:r>
              <a:rPr lang="en-AU" sz="2000" b="0" dirty="0">
                <a:solidFill>
                  <a:srgbClr val="DDD6FE"/>
                </a:solidFill>
                <a:latin typeface="Calibri"/>
              </a:rPr>
              <a:t>Jade Loyzaga, Canva</a:t>
            </a:r>
            <a:endParaRPr sz="2000" b="0" dirty="0">
              <a:solidFill>
                <a:srgbClr val="DDD6FE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961</TotalTime>
  <Words>710</Words>
  <Application>Microsoft Macintosh PowerPoint</Application>
  <PresentationFormat>On-screen Show (16:9)</PresentationFormat>
  <Paragraphs>102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Paul Keen</cp:lastModifiedBy>
  <cp:revision>9</cp:revision>
  <dcterms:created xsi:type="dcterms:W3CDTF">2013-01-27T09:14:16Z</dcterms:created>
  <dcterms:modified xsi:type="dcterms:W3CDTF">2026-07-29T09:31:35Z</dcterms:modified>
  <cp:category/>
</cp:coreProperties>
</file>